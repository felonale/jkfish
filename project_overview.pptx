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JKFish Learning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????, ????????????? ???? ? ????? | 25.12.2025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 ? ??????????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????????? ??? ????????? ? ??????????????: ??????????, ???????, ??????, ???????, ???????.</a:t>
            </a:r>
          </a:p>
          <a:p>
            <a:pPr/>
            <a:r>
              <a:t>Supabase (Postgres + Storage) + Next.js (App Router), ?????? ?? Vercel.</a:t>
            </a:r>
          </a:p>
          <a:p>
            <a:pPr/>
            <a:r>
              <a:t>????: ???????, ?????????????, ?????????? (?????-??????).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???????????: 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???????: ???????? ??????? ? bucket tasks, ??????? ????????, ?????? ? ??????????? ?????????????.</a:t>
            </a:r>
          </a:p>
          <a:p>
            <a:pPr/>
            <a:r>
              <a:t>??????: ????? ?? ??????/???????????, RLS ?? enrollments/grades.</a:t>
            </a:r>
          </a:p>
          <a:p>
            <a:pPr/>
            <a:r>
              <a:t>??????????: ??????????? course_sessions (???????????? ??????).</a:t>
            </a:r>
          </a:p>
          <a:p>
            <a:pPr/>
            <a:r>
              <a:t>??????? ? onboarding ??????? ? ????????? INN (students).</a:t>
            </a:r>
          </a:p>
          <a:p>
            <a:pPr/>
            <a:r>
              <a:t>??????? ? ???????? ???????????? ??? ????.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???????????: ?????????????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???????? ??????? ? ???????????, ???????? ????????, ??????????? ??????.</a:t>
            </a:r>
          </a:p>
          <a:p>
            <a:pPr/>
            <a:r>
              <a:t>????????-???????? ??? ??????????/??????/??????? ??? ??????? ??????????.</a:t>
            </a:r>
          </a:p>
          <a:p>
            <a:pPr/>
            <a:r>
              <a:t>????? ????????? ??????? ????? /api/students (RLS, ??? service role).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???????????: 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???????? ????? (study_groups) ????? ????????? API ? ????????? superadmin.</a:t>
            </a:r>
          </a:p>
          <a:p>
            <a:pPr/>
            <a:r>
              <a:t>?????????? ????????? ? ?????/?????? (enrollments) ?? UI.</a:t>
            </a:r>
          </a:p>
          <a:p>
            <a:pPr/>
            <a:r>
              <a:t>???????? ?????? (courses) ? ??????? (course_sessions).</a:t>
            </a:r>
          </a:p>
          <a:p>
            <a:pPr/>
            <a:r>
              <a:t>?????????? ??????????: ??????? ? ?????????????, ????????, ?????????????? ???/???????? (?????/??????).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?????? ? 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???????: students, teachers, superadmins, courses, course_sessions, enrollments, tasks, task_submissions.</a:t>
            </a:r>
          </a:p>
          <a:p>
            <a:pPr/>
            <a:r>
              <a:t>Storage bucket tasks: ????????? ??????? ? ???????? ?????????.</a:t>
            </a:r>
          </a:p>
          <a:p>
            <a:pPr/>
            <a:r>
              <a:t>RLS: ????? ???????? ??? superadmin/teacher ?? students ? enrollments; ????????? ???? ?? ?????????.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????????/????? 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RLS: ?????????, ??? superadmin ????? ??????/?????? enrollments/students; ????????????? ? ?????? ????????? ????? ??????.</a:t>
            </a:r>
          </a:p>
          <a:p>
            <a:pPr/>
            <a:r>
              <a:t>??????????/?????? ?????????????: ???? ????????, ????? ?????????? course_sessions/grades UI.</a:t>
            </a:r>
          </a:p>
          <a:p>
            <a:pPr/>
            <a:r>
              <a:t>???????: ????????? ?????????/????? ? ???????, ????????????? ???????? (???????? ???????).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 / ??? 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?????? UI ??? ?????????? ??????? ? ?????????? ?? ???????.</a:t>
            </a:r>
          </a:p>
          <a:p>
            <a:pPr/>
            <a:r>
              <a:t>???????/?????? ??????????, ?????? ???????????? (session_attendance).</a:t>
            </a:r>
          </a:p>
          <a:p>
            <a:pPr/>
            <a:r>
              <a:t>??????????? ? ????????? ? ??????? (email/push).</a:t>
            </a:r>
          </a:p>
          <a:p>
            <a:pPr/>
            <a:r>
              <a:t>???????? ?? ????????? ?????/?????????, ?????????.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????/????????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????: http://localhost:3000 (??? Vercel ??????).</a:t>
            </a:r>
          </a:p>
          <a:p>
            <a:pPr/>
            <a:r>
              <a:t>Supabase: ??????????? ????? .env.local (URL/anon key).</a:t>
            </a:r>
          </a:p>
          <a:p>
            <a:pPr/>
            <a:r>
              <a:t>???????: ??????? ??????????.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