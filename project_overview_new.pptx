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>
                <a:solidFill>
                  <a:srgbClr val="F0F2F7"/>
                </a:solidFill>
                <a:latin typeface="Segoe UI"/>
              </a:rPr>
              <a:t>JKFish Learning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B4BAC6"/>
                </a:solidFill>
                <a:latin typeface="Segoe UI"/>
              </a:rPr>
              <a:t>????, ????????????? ???? ? ????? | 25.12.2025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 ? 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????????? ??? ????????? ? ??????????????: ??????????, ???????, ??????, ???????, ???????.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????: Supabase (Postgres + Storage) + Next.js (App Router), ?????? ?? Vercel.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????: ???????, ?????????????, ?????????? (?????-??????).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???????????: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???????: ???????? ??????? ? bucket tasks, ??????? ????????, ?????? ? ??????????? ?????????????.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??????: ????? ?? ??????/???????????, RLS ?? enrollments/grades.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??????????: ??????????? course_sessions (???????????? ??????).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???????/????????? ? ????????? ??? (students), ???????.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 ? ???????? ???????????? ??? ????.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1E233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B4BAC6"/>
                </a:solidFill>
                <a:latin typeface="Segoe UI"/>
              </a:rPr>
              <a:t>?????: ???????? ????????</a:t>
            </a:r>
          </a:p>
          <a:p>
            <a:r>
              <a:rPr sz="1400">
                <a:solidFill>
                  <a:srgbClr val="B4BAC6"/>
                </a:solidFill>
                <a:latin typeface="Segoe UI"/>
              </a:rPr>
              <a:t>(???????/???????/??????)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???????????: ?????????????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 ??????? ? ???????????, ???????? ????????, ??????????? 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????????-???????? ??? ??????????/??????/??????? ??? ??????? ??????????.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 ????????? ??????? ????? /api/students (RLS, ??? service role).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1E233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B4BAC6"/>
                </a:solidFill>
                <a:latin typeface="Segoe UI"/>
              </a:rPr>
              <a:t>?????: ??????? ?????????????</a:t>
            </a:r>
          </a:p>
          <a:p>
            <a:r>
              <a:rPr sz="1400">
                <a:solidFill>
                  <a:srgbClr val="B4BAC6"/>
                </a:solidFill>
                <a:latin typeface="Segoe UI"/>
              </a:rPr>
              <a:t>(+ ?????? ????????)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???????????: 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 ????? (study_groups) ????? ????????? API ? ????????? superadmin.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?????????? ????????? ? ?????/?????? (enrollments) ?? UI.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 ?????? (courses) ? ??????? (course_sessions).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?????????? ??????????: ??????? ? ?????????????, ????????, ?????????????? ???/???????? (?????/??????).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1E233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B4BAC6"/>
                </a:solidFill>
                <a:latin typeface="Segoe UI"/>
              </a:rPr>
              <a:t>?????: ?????-??????</a:t>
            </a:r>
          </a:p>
          <a:p>
            <a:r>
              <a:rPr sz="1400">
                <a:solidFill>
                  <a:srgbClr val="B4BAC6"/>
                </a:solidFill>
                <a:latin typeface="Segoe UI"/>
              </a:rPr>
              <a:t>(?????/??????/????????)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?????? ? 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???????: students, teachers, superadmins, courses, course_sessions, enrollments, tasks, task_submissions.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Storage bucket tasks: ????????? ??????? ? ???????? ?????????.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RLS: ???????? ??? superadmin/teacher ?? students ? enrollments; ????????? ???? ?? ?????????.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????????/????? 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RLS: ?????????, ??? superadmin ??????/????? enrollments/students; ????????????? ?????? ????????? ????? 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??????????/?????? ?????????????: ?????? ????????, ????? ?????????? course_sessions/grades UI.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???????: ????? ?????????/????? ? ???????, ????????????? (???????? ????).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1E233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B4BAC6"/>
                </a:solidFill>
                <a:latin typeface="Segoe UI"/>
              </a:rPr>
              <a:t>?????: ?????????? ?????</a:t>
            </a:r>
          </a:p>
          <a:p>
            <a:r>
              <a:rPr sz="1400">
                <a:solidFill>
                  <a:srgbClr val="B4BAC6"/>
                </a:solidFill>
                <a:latin typeface="Segoe UI"/>
              </a:rPr>
              <a:t>(???? ????? ????????)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 / ??? 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?????? UI ??? ?????????? ??????? ? ?????????? ?? ???????.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???????/?????? ??????????, ?????? ???????????? (session_attendance).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??????????? ? ????????? ? ??????? (email/push).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???????? ?? ????????? ?????/?????????, ?????????.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1E233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B4BAC6"/>
                </a:solidFill>
                <a:latin typeface="Segoe UI"/>
              </a:rPr>
              <a:t>?????: ??? ?? ??????? ????????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>
                <a:solidFill>
                  <a:srgbClr val="F0F2F7"/>
                </a:solidFill>
                <a:latin typeface="Segoe UI"/>
              </a:rPr>
              <a:t>????/????????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400"/>
              </a:spcBef>
              <a:defRPr sz="1800">
                <a:solidFill>
                  <a:srgbClr val="F0F2F7"/>
                </a:solidFill>
                <a:latin typeface="Segoe UI"/>
              </a:defRPr>
            </a:pPr>
            <a:r>
              <a:t>????: http://localhost:3000 (??? Vercel ??????).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Supabase: ??????????? ????? .env.local (URL/anon key).</a:t>
            </a:r>
          </a:p>
          <a:p>
            <a:pPr>
              <a:defRPr sz="1800">
                <a:solidFill>
                  <a:srgbClr val="F0F2F7"/>
                </a:solidFill>
                <a:latin typeface="Segoe UI"/>
              </a:defRPr>
            </a:pPr>
            <a:r>
              <a:t>???????: ??????? ??????????.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79" y="1371600"/>
            <a:ext cx="4114800" cy="4114800"/>
          </a:xfrm>
          <a:prstGeom prst="rect">
            <a:avLst/>
          </a:prstGeom>
          <a:solidFill>
            <a:srgbClr val="1E2332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400">
                <a:solidFill>
                  <a:srgbClr val="B4BAC6"/>
                </a:solidFill>
                <a:latin typeface="Segoe UI"/>
              </a:rPr>
              <a:t>?????: ??????? ??? ?????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